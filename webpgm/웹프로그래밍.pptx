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61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4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25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85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62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46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09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8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37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90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5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DB0149-6A65-469A-AFF0-34CCA9DEAAD7}" type="datetimeFigureOut">
              <a:rPr lang="ko-KR" altLang="en-US" smtClean="0"/>
              <a:t>2024-12-10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CBDAE3-BC21-4428-9E57-AC34C03F3A1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50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nxii/webpg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5C452-A921-32A0-07B3-A91E55621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29688"/>
            <a:ext cx="10058400" cy="3566160"/>
          </a:xfrm>
        </p:spPr>
        <p:txBody>
          <a:bodyPr/>
          <a:lstStyle/>
          <a:p>
            <a:pPr algn="ctr"/>
            <a:r>
              <a:rPr lang="ko-KR" altLang="en-US" dirty="0"/>
              <a:t>웹프로그래밍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깃허브</a:t>
            </a:r>
            <a:r>
              <a:rPr lang="ko-KR" altLang="en-US" dirty="0"/>
              <a:t> 정리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8F41F0-754F-C5E9-34ED-8B24476D80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>
                <a:hlinkClick r:id="rId2"/>
              </a:rPr>
              <a:t>https://github.com/munxii/webpgm</a:t>
            </a:r>
            <a:br>
              <a:rPr lang="en-US" altLang="ko-KR" dirty="0"/>
            </a:br>
            <a:r>
              <a:rPr lang="en-US" altLang="ko-KR" dirty="0"/>
              <a:t>2023664057</a:t>
            </a:r>
          </a:p>
          <a:p>
            <a:r>
              <a:rPr lang="ko-KR" altLang="en-US" dirty="0"/>
              <a:t>이은지</a:t>
            </a:r>
          </a:p>
        </p:txBody>
      </p:sp>
    </p:spTree>
    <p:extLst>
      <p:ext uri="{BB962C8B-B14F-4D97-AF65-F5344CB8AC3E}">
        <p14:creationId xmlns:p14="http://schemas.microsoft.com/office/powerpoint/2010/main" val="122917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FEC43-C3D5-E659-04C1-2373B8AD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기본문서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F0F19-79AF-1751-E5C2-55BB22EAB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문서의 기본 구조 </a:t>
            </a:r>
            <a:r>
              <a:rPr lang="en-US" altLang="ko-KR" dirty="0"/>
              <a:t>: HTML </a:t>
            </a:r>
            <a:r>
              <a:rPr lang="ko-KR" altLang="en-US" dirty="0"/>
              <a:t>문서는 일반적으로 </a:t>
            </a:r>
            <a:r>
              <a:rPr lang="en-US" altLang="ko-KR" b="1" dirty="0"/>
              <a:t>HTML </a:t>
            </a:r>
            <a:r>
              <a:rPr lang="ko-KR" altLang="en-US" b="1" dirty="0"/>
              <a:t>표준 문서 구조</a:t>
            </a:r>
            <a:r>
              <a:rPr lang="ko-KR" altLang="en-US" dirty="0"/>
              <a:t>를 따릅니다</a:t>
            </a:r>
            <a:r>
              <a:rPr lang="en-US" altLang="ko-KR" dirty="0"/>
              <a:t>. </a:t>
            </a:r>
            <a:r>
              <a:rPr lang="ko-KR" altLang="en-US" dirty="0"/>
              <a:t>주어진 코드도 이 구조를 기반으로 작성</a:t>
            </a:r>
            <a:endParaRPr lang="en-US" altLang="ko-KR" dirty="0"/>
          </a:p>
          <a:p>
            <a:r>
              <a:rPr lang="en-US" altLang="ko-KR" dirty="0"/>
              <a:t>&lt;head&gt;  &lt;meta charset="UTF-8"&gt;  &lt;title&gt;  &lt;body&gt;</a:t>
            </a:r>
          </a:p>
          <a:p>
            <a:r>
              <a:rPr lang="ko-KR" altLang="en-US" dirty="0" err="1"/>
              <a:t>시맨틱</a:t>
            </a:r>
            <a:r>
              <a:rPr lang="ko-KR" altLang="en-US" dirty="0"/>
              <a:t> 태그</a:t>
            </a:r>
            <a:r>
              <a:rPr lang="en-US" altLang="ko-KR" dirty="0"/>
              <a:t>: </a:t>
            </a:r>
            <a:r>
              <a:rPr lang="ko-KR" altLang="en-US" dirty="0" err="1"/>
              <a:t>시맨틱</a:t>
            </a:r>
            <a:r>
              <a:rPr lang="ko-KR" altLang="en-US" dirty="0"/>
              <a:t> 태그는 요소의 의미를 나타내어 구조를 더 명확히 하고 검색 엔진 최적화</a:t>
            </a:r>
            <a:r>
              <a:rPr lang="en-US" altLang="ko-KR" dirty="0"/>
              <a:t>(SEO)</a:t>
            </a:r>
            <a:r>
              <a:rPr lang="ko-KR" altLang="en-US" dirty="0"/>
              <a:t>와 접근성을 높이는 데 사용</a:t>
            </a:r>
            <a:endParaRPr lang="en-US" altLang="ko-KR" dirty="0"/>
          </a:p>
          <a:p>
            <a:r>
              <a:rPr lang="en-US" altLang="ko-KR" dirty="0"/>
              <a:t>&lt;h1&gt; &lt;h2&gt; &lt;nav&gt; &lt;</a:t>
            </a:r>
            <a:r>
              <a:rPr lang="en-US" altLang="ko-KR" dirty="0" err="1"/>
              <a:t>ul</a:t>
            </a:r>
            <a:r>
              <a:rPr lang="en-US" altLang="ko-KR" dirty="0"/>
              <a:t>&gt; &lt;li&gt;</a:t>
            </a:r>
          </a:p>
          <a:p>
            <a:r>
              <a:rPr lang="ko-KR" altLang="en-US" dirty="0"/>
              <a:t>미디어 태그</a:t>
            </a:r>
            <a:r>
              <a:rPr lang="en-US" altLang="ko-KR" dirty="0"/>
              <a:t>: HTML</a:t>
            </a:r>
            <a:r>
              <a:rPr lang="ko-KR" altLang="en-US" dirty="0"/>
              <a:t>에서 미디어를 삽입하고 제어하기 위해 제공되는 태그들이 사용</a:t>
            </a:r>
            <a:endParaRPr lang="en-US" altLang="ko-KR" dirty="0"/>
          </a:p>
          <a:p>
            <a:r>
              <a:rPr lang="en-US" altLang="ko-KR" dirty="0"/>
              <a:t>&lt;audio&gt; &lt;</a:t>
            </a:r>
            <a:r>
              <a:rPr lang="en-US" altLang="ko-KR" dirty="0" err="1"/>
              <a:t>src</a:t>
            </a:r>
            <a:r>
              <a:rPr lang="en-US" altLang="ko-KR" dirty="0"/>
              <a:t>&gt; &lt;autoplay&gt; &lt;loop&gt;</a:t>
            </a:r>
          </a:p>
          <a:p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545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233D3-6BDD-3853-FA18-AC81A6DF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FFCD-60C8-0015-DF5D-EE6FC9B82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r>
              <a:rPr lang="en-US" altLang="ko-KR" dirty="0"/>
              <a:t>(Selector): HTML </a:t>
            </a:r>
            <a:r>
              <a:rPr lang="ko-KR" altLang="en-US" dirty="0"/>
              <a:t>요소를 선택하여 스타일을 적용할 대상</a:t>
            </a:r>
            <a:endParaRPr lang="en-US" altLang="ko-KR" dirty="0"/>
          </a:p>
          <a:p>
            <a:r>
              <a:rPr lang="ko-KR" altLang="en-US" dirty="0"/>
              <a:t>태그선택자</a:t>
            </a:r>
            <a:r>
              <a:rPr lang="en-US" altLang="ko-KR" dirty="0"/>
              <a:t>, </a:t>
            </a:r>
            <a:r>
              <a:rPr lang="ko-KR" altLang="en-US" dirty="0"/>
              <a:t>클래스 </a:t>
            </a:r>
            <a:r>
              <a:rPr lang="ko-KR" altLang="en-US" dirty="0" err="1"/>
              <a:t>선택자</a:t>
            </a:r>
            <a:r>
              <a:rPr lang="en-US" altLang="ko-KR" dirty="0"/>
              <a:t>, </a:t>
            </a:r>
            <a:r>
              <a:rPr lang="ko-KR" altLang="en-US" dirty="0"/>
              <a:t>아이디 </a:t>
            </a:r>
            <a:r>
              <a:rPr lang="ko-KR" altLang="en-US" dirty="0" err="1"/>
              <a:t>선택자</a:t>
            </a:r>
            <a:r>
              <a:rPr lang="en-US" altLang="ko-KR" dirty="0"/>
              <a:t>, </a:t>
            </a:r>
            <a:r>
              <a:rPr lang="ko-KR" altLang="en-US" dirty="0"/>
              <a:t>그룹선택자</a:t>
            </a:r>
            <a:r>
              <a:rPr lang="en-US" altLang="ko-KR" dirty="0"/>
              <a:t>, </a:t>
            </a:r>
            <a:r>
              <a:rPr lang="ko-KR" altLang="en-US" dirty="0"/>
              <a:t>속성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속성</a:t>
            </a:r>
            <a:r>
              <a:rPr lang="en-US" altLang="ko-KR" dirty="0"/>
              <a:t>(Property): </a:t>
            </a:r>
            <a:r>
              <a:rPr lang="ko-KR" altLang="en-US" dirty="0"/>
              <a:t>스타일의 특정한 측면을 정의하는 키워드</a:t>
            </a:r>
            <a:endParaRPr lang="en-US" altLang="ko-KR" dirty="0"/>
          </a:p>
          <a:p>
            <a:r>
              <a:rPr lang="en-US" altLang="ko-KR" dirty="0"/>
              <a:t>Color, background-color, font-size, margin, padding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05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CF06-F840-90BA-1767-BF333DBA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스크립트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91BD6-86E5-D3A6-DEB4-CDA0A38E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주요 코어 객체</a:t>
            </a:r>
            <a:endParaRPr lang="en-US" altLang="ko-KR" dirty="0"/>
          </a:p>
          <a:p>
            <a:r>
              <a:rPr lang="en-US" altLang="ko-KR" dirty="0"/>
              <a:t>1. object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모든 객체의 기반이 되는 객체</a:t>
            </a:r>
            <a:r>
              <a:rPr lang="en-US" altLang="ko-KR" dirty="0"/>
              <a:t>, </a:t>
            </a:r>
            <a:r>
              <a:rPr lang="ko-KR" altLang="en-US" dirty="0" err="1"/>
              <a:t>프로퍼치와</a:t>
            </a:r>
            <a:r>
              <a:rPr lang="ko-KR" altLang="en-US" dirty="0"/>
              <a:t> </a:t>
            </a:r>
            <a:r>
              <a:rPr lang="ko-KR" altLang="en-US" dirty="0" err="1"/>
              <a:t>매서드의</a:t>
            </a:r>
            <a:r>
              <a:rPr lang="ko-KR" altLang="en-US" dirty="0"/>
              <a:t> 집합을 나타냄</a:t>
            </a:r>
            <a:endParaRPr lang="en-US" altLang="ko-KR" dirty="0"/>
          </a:p>
          <a:p>
            <a:r>
              <a:rPr lang="en-US" altLang="ko-KR" dirty="0"/>
              <a:t>2. String : </a:t>
            </a:r>
            <a:r>
              <a:rPr lang="ko-KR" altLang="en-US" dirty="0"/>
              <a:t>문자열을 다루기 위한 객체</a:t>
            </a:r>
            <a:endParaRPr lang="en-US" altLang="ko-KR" dirty="0"/>
          </a:p>
          <a:p>
            <a:r>
              <a:rPr lang="en-US" altLang="ko-KR" dirty="0"/>
              <a:t>3. Function:</a:t>
            </a:r>
            <a:r>
              <a:rPr lang="ko-KR" altLang="en-US" dirty="0"/>
              <a:t> 함수의 객체</a:t>
            </a:r>
            <a:r>
              <a:rPr lang="en-US" altLang="ko-KR" dirty="0"/>
              <a:t>, </a:t>
            </a:r>
            <a:r>
              <a:rPr lang="ko-KR" altLang="en-US" dirty="0"/>
              <a:t>코드 블록을 실행하는 데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배열</a:t>
            </a:r>
            <a:endParaRPr lang="en-US" altLang="ko-KR" dirty="0"/>
          </a:p>
          <a:p>
            <a:r>
              <a:rPr lang="ko-KR" altLang="en-US" dirty="0"/>
              <a:t>인덱스로 접근</a:t>
            </a:r>
            <a:r>
              <a:rPr lang="en-US" altLang="ko-KR" dirty="0"/>
              <a:t>: </a:t>
            </a:r>
            <a:r>
              <a:rPr lang="ko-KR" altLang="en-US" dirty="0"/>
              <a:t>배열의 각 요소는 </a:t>
            </a:r>
            <a:r>
              <a:rPr lang="en-US" altLang="ko-KR" dirty="0"/>
              <a:t>0</a:t>
            </a:r>
            <a:r>
              <a:rPr lang="ko-KR" altLang="en-US" dirty="0"/>
              <a:t>부터 시작하는 인덱스로 접근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길이 동적 변경</a:t>
            </a:r>
            <a:r>
              <a:rPr lang="en-US" altLang="ko-KR" dirty="0"/>
              <a:t>: </a:t>
            </a:r>
            <a:r>
              <a:rPr lang="ko-KR" altLang="en-US" dirty="0"/>
              <a:t>배열 크기는 자동으로 늘어나거나 줄어듦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다양한 데이터 유형</a:t>
            </a:r>
            <a:r>
              <a:rPr lang="en-US" altLang="ko-KR" dirty="0"/>
              <a:t>: 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배열 등 어떤 데이터 타입도 저장 가능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객체는 키</a:t>
            </a:r>
            <a:r>
              <a:rPr lang="en-US" altLang="ko-KR" dirty="0"/>
              <a:t>-</a:t>
            </a:r>
            <a:r>
              <a:rPr lang="ko-KR" altLang="en-US" dirty="0"/>
              <a:t>값 쌍의 집합으로</a:t>
            </a:r>
            <a:r>
              <a:rPr lang="en-US" altLang="ko-KR" dirty="0"/>
              <a:t>, </a:t>
            </a:r>
            <a:r>
              <a:rPr lang="ko-KR" altLang="en-US" dirty="0"/>
              <a:t>데이터를 </a:t>
            </a:r>
            <a:r>
              <a:rPr lang="ko-KR" altLang="en-US" dirty="0" err="1"/>
              <a:t>비순차적으로</a:t>
            </a:r>
            <a:r>
              <a:rPr lang="ko-KR" altLang="en-US" dirty="0"/>
              <a:t> 저장하고 배열은 순서가 있는 데이터의 집합으로</a:t>
            </a:r>
            <a:r>
              <a:rPr lang="en-US" altLang="ko-KR" dirty="0"/>
              <a:t>, </a:t>
            </a:r>
            <a:r>
              <a:rPr lang="ko-KR" altLang="en-US" dirty="0"/>
              <a:t>인덱스를 통해 접근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698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6D073-6217-573C-FC2F-CC41F6B7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Dom</a:t>
            </a:r>
            <a:r>
              <a:rPr lang="ko-KR" altLang="en-US" dirty="0"/>
              <a:t>과 </a:t>
            </a:r>
            <a:r>
              <a:rPr lang="en-US" altLang="ko-KR" dirty="0"/>
              <a:t>Document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672E26-4F08-A15A-1301-34AB468C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 DOM: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HTML </a:t>
            </a:r>
            <a:r>
              <a:rPr lang="ko-KR" altLang="en-US" dirty="0"/>
              <a:t>문서를 프로그래밍적으로 다룰 수 있게 해주는 객체 모델</a:t>
            </a:r>
            <a:endParaRPr lang="en-US" altLang="ko-KR" dirty="0"/>
          </a:p>
          <a:p>
            <a:r>
              <a:rPr lang="en-US" altLang="ko-KR" dirty="0"/>
              <a:t>DOM</a:t>
            </a:r>
            <a:r>
              <a:rPr lang="ko-KR" altLang="en-US" dirty="0"/>
              <a:t>은 브라우저에서 </a:t>
            </a:r>
            <a:r>
              <a:rPr lang="en-US" altLang="ko-KR" dirty="0"/>
              <a:t>HTML </a:t>
            </a:r>
            <a:r>
              <a:rPr lang="ko-KR" altLang="en-US" dirty="0"/>
              <a:t>문서를 </a:t>
            </a:r>
            <a:r>
              <a:rPr lang="ko-KR" altLang="en-US" dirty="0" err="1"/>
              <a:t>읽어들여</a:t>
            </a:r>
            <a:r>
              <a:rPr lang="ko-KR" altLang="en-US" dirty="0"/>
              <a:t> 생성되며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자바스크립트를 사용해 문서의 내용을 읽고 수정하거나 스타일을 변경할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Document </a:t>
            </a:r>
            <a:r>
              <a:rPr lang="ko-KR" altLang="en-US" dirty="0" err="1"/>
              <a:t>객체란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HTML </a:t>
            </a:r>
            <a:r>
              <a:rPr lang="ko-KR" altLang="en-US" dirty="0"/>
              <a:t>문서를 표현하는 중심 역할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브라우저가 </a:t>
            </a:r>
            <a:r>
              <a:rPr lang="en-US" altLang="ko-KR" dirty="0"/>
              <a:t>HTML </a:t>
            </a:r>
            <a:r>
              <a:rPr lang="ko-KR" altLang="en-US" dirty="0"/>
              <a:t>파일을 </a:t>
            </a:r>
            <a:r>
              <a:rPr lang="ko-KR" altLang="en-US" dirty="0" err="1"/>
              <a:t>로드하면</a:t>
            </a:r>
            <a:r>
              <a:rPr lang="ko-KR" altLang="en-US" dirty="0"/>
              <a:t> </a:t>
            </a:r>
            <a:r>
              <a:rPr lang="en-US" altLang="ko-KR" dirty="0"/>
              <a:t>document </a:t>
            </a:r>
            <a:r>
              <a:rPr lang="ko-KR" altLang="en-US" dirty="0"/>
              <a:t>객체가 자동으로 생성</a:t>
            </a:r>
          </a:p>
        </p:txBody>
      </p:sp>
    </p:spTree>
    <p:extLst>
      <p:ext uri="{BB962C8B-B14F-4D97-AF65-F5344CB8AC3E}">
        <p14:creationId xmlns:p14="http://schemas.microsoft.com/office/powerpoint/2010/main" val="228582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1A96B-F61B-02ED-21B1-030489F0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윈도우와 </a:t>
            </a:r>
            <a:r>
              <a:rPr lang="ko-KR" altLang="en-US" dirty="0" err="1"/>
              <a:t>브러우저</a:t>
            </a:r>
            <a:r>
              <a:rPr lang="ko-KR" altLang="en-US" dirty="0"/>
              <a:t> 관련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403B7-D203-B726-8C33-D5FD5256B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window </a:t>
            </a:r>
            <a:r>
              <a:rPr lang="ko-KR" altLang="en-US" dirty="0"/>
              <a:t>객체</a:t>
            </a:r>
            <a:r>
              <a:rPr lang="en-US" altLang="ko-KR" dirty="0"/>
              <a:t>: </a:t>
            </a:r>
            <a:r>
              <a:rPr lang="ko-KR" altLang="en-US" dirty="0"/>
              <a:t>브라우저 창 또는 탭</a:t>
            </a:r>
            <a:endParaRPr lang="en-US" altLang="ko-KR" dirty="0"/>
          </a:p>
          <a:p>
            <a:r>
              <a:rPr lang="ko-KR" altLang="en-US" dirty="0"/>
              <a:t>모든 전역 변수와 함수는 암묵적으로 </a:t>
            </a:r>
            <a:r>
              <a:rPr lang="en-US" altLang="ko-KR" dirty="0"/>
              <a:t>window </a:t>
            </a:r>
            <a:r>
              <a:rPr lang="ko-KR" altLang="en-US" dirty="0"/>
              <a:t>객체의 프로퍼티로 저장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브라우저 환경의 최상위 객체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전역 </a:t>
            </a:r>
            <a:r>
              <a:rPr lang="ko-KR" altLang="en-US" dirty="0" err="1"/>
              <a:t>스코프의</a:t>
            </a:r>
            <a:r>
              <a:rPr lang="ko-KR" altLang="en-US" dirty="0"/>
              <a:t> 변수와 함수는 모두 </a:t>
            </a:r>
            <a:r>
              <a:rPr lang="en-US" altLang="ko-KR" dirty="0"/>
              <a:t>window </a:t>
            </a:r>
            <a:r>
              <a:rPr lang="ko-KR" altLang="en-US" dirty="0"/>
              <a:t>객체의 속성으로 저장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브라우저</a:t>
            </a:r>
            <a:r>
              <a:rPr lang="en-US" altLang="ko-KR" dirty="0"/>
              <a:t>, </a:t>
            </a:r>
            <a:r>
              <a:rPr lang="ko-KR" altLang="en-US" dirty="0"/>
              <a:t>화면</a:t>
            </a:r>
            <a:r>
              <a:rPr lang="en-US" altLang="ko-KR" dirty="0"/>
              <a:t>, DOM, </a:t>
            </a:r>
            <a:r>
              <a:rPr lang="ko-KR" altLang="en-US" dirty="0"/>
              <a:t>네트워크 등과 상호작용할 수 있는 다양한 </a:t>
            </a:r>
            <a:r>
              <a:rPr lang="en-US" altLang="ko-KR" dirty="0"/>
              <a:t>API </a:t>
            </a:r>
            <a:r>
              <a:rPr lang="ko-KR" altLang="en-US" dirty="0"/>
              <a:t>제공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브라우저 관련 객체</a:t>
            </a:r>
            <a:endParaRPr lang="en-US" altLang="ko-KR" dirty="0"/>
          </a:p>
          <a:p>
            <a:r>
              <a:rPr lang="en-US" altLang="ko-KR" dirty="0" err="1"/>
              <a:t>Doucument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r>
              <a:rPr lang="en-US" altLang="ko-KR" dirty="0"/>
              <a:t>, location </a:t>
            </a:r>
            <a:r>
              <a:rPr lang="ko-KR" altLang="en-US" dirty="0"/>
              <a:t>객체</a:t>
            </a:r>
            <a:r>
              <a:rPr lang="en-US" altLang="ko-KR" dirty="0"/>
              <a:t>, history </a:t>
            </a:r>
            <a:r>
              <a:rPr lang="ko-KR" altLang="en-US" dirty="0"/>
              <a:t>객체</a:t>
            </a:r>
            <a:r>
              <a:rPr lang="en-US" altLang="ko-KR" dirty="0"/>
              <a:t>, navigator </a:t>
            </a:r>
            <a:r>
              <a:rPr lang="ko-KR" altLang="en-US" dirty="0"/>
              <a:t>객체</a:t>
            </a:r>
            <a:r>
              <a:rPr lang="en-US" altLang="ko-KR" dirty="0"/>
              <a:t>, screen </a:t>
            </a:r>
            <a:r>
              <a:rPr lang="ko-KR" altLang="en-US" dirty="0"/>
              <a:t>객체</a:t>
            </a:r>
            <a:endParaRPr lang="en-US" altLang="ko-KR" dirty="0"/>
          </a:p>
          <a:p>
            <a:r>
              <a:rPr lang="en-US" altLang="ko-KR" dirty="0"/>
              <a:t>-&gt; window</a:t>
            </a:r>
            <a:r>
              <a:rPr lang="ko-KR" altLang="en-US" dirty="0"/>
              <a:t>는 최상위 객체로 브라우저와 관련된 모든 객체의 루트이고 브라우저와 관련된 작업은 대부분 </a:t>
            </a:r>
            <a:r>
              <a:rPr lang="en-US" altLang="ko-KR" dirty="0"/>
              <a:t>window </a:t>
            </a:r>
            <a:r>
              <a:rPr lang="ko-KR" altLang="en-US" dirty="0"/>
              <a:t>객체를 통해 이루어짐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846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B6229-6D9F-FBDE-4901-77E71EF6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캔버스 그래픽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052EC7-9DE0-42F7-CA41-66AC94C7B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기본 구조</a:t>
            </a:r>
            <a:endParaRPr lang="en-US" altLang="ko-KR" dirty="0"/>
          </a:p>
          <a:p>
            <a:r>
              <a:rPr lang="en-US" altLang="ko-KR" dirty="0"/>
              <a:t>id: </a:t>
            </a:r>
            <a:r>
              <a:rPr lang="ko-KR" altLang="en-US" dirty="0"/>
              <a:t>자바스크립트에서 특정 </a:t>
            </a:r>
            <a:r>
              <a:rPr lang="en-US" altLang="ko-KR" dirty="0"/>
              <a:t>canvas</a:t>
            </a:r>
            <a:r>
              <a:rPr lang="ko-KR" altLang="en-US" dirty="0"/>
              <a:t>를 참조할 때 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width / height: </a:t>
            </a:r>
            <a:r>
              <a:rPr lang="ko-KR" altLang="en-US" dirty="0"/>
              <a:t>캔버스의 크기를 지정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CSS</a:t>
            </a:r>
            <a:r>
              <a:rPr lang="ko-KR" altLang="en-US" dirty="0"/>
              <a:t>를 사용해 시각적으로 크기를 조정할 수도 있지만</a:t>
            </a:r>
            <a:r>
              <a:rPr lang="en-US" altLang="ko-KR" dirty="0"/>
              <a:t>, </a:t>
            </a:r>
            <a:r>
              <a:rPr lang="ko-KR" altLang="en-US" dirty="0"/>
              <a:t>그래픽 품질은 </a:t>
            </a:r>
            <a:r>
              <a:rPr lang="en-US" altLang="ko-KR" dirty="0"/>
              <a:t>width</a:t>
            </a:r>
            <a:r>
              <a:rPr lang="ko-KR" altLang="en-US" dirty="0"/>
              <a:t>와 </a:t>
            </a:r>
            <a:r>
              <a:rPr lang="en-US" altLang="ko-KR" dirty="0"/>
              <a:t>height </a:t>
            </a:r>
            <a:r>
              <a:rPr lang="ko-KR" altLang="en-US" dirty="0"/>
              <a:t>속성으로 결정됨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r>
              <a:rPr lang="ko-KR" altLang="en-US" dirty="0"/>
              <a:t>픽셀 기반 렌더링</a:t>
            </a:r>
            <a:r>
              <a:rPr lang="en-US" altLang="ko-KR" dirty="0"/>
              <a:t>: </a:t>
            </a:r>
            <a:r>
              <a:rPr lang="ko-KR" altLang="en-US" dirty="0"/>
              <a:t>벡터가 아닌 픽셀 단위로 그래픽을 그림</a:t>
            </a:r>
            <a:endParaRPr lang="en-US" altLang="ko-KR" dirty="0"/>
          </a:p>
          <a:p>
            <a:r>
              <a:rPr lang="ko-KR" altLang="en-US" dirty="0"/>
              <a:t>빠른 렌더링</a:t>
            </a:r>
            <a:r>
              <a:rPr lang="en-US" altLang="ko-KR" dirty="0"/>
              <a:t>: DOM </a:t>
            </a:r>
            <a:r>
              <a:rPr lang="ko-KR" altLang="en-US" dirty="0"/>
              <a:t>요소와 독립적으로 작동하므로 빠른 그래픽 처리 가능</a:t>
            </a:r>
            <a:endParaRPr lang="en-US" altLang="ko-KR" dirty="0"/>
          </a:p>
          <a:p>
            <a:r>
              <a:rPr lang="ko-KR" altLang="en-US" dirty="0"/>
              <a:t>저장 가능</a:t>
            </a:r>
            <a:r>
              <a:rPr lang="en-US" altLang="ko-KR" dirty="0"/>
              <a:t>: </a:t>
            </a:r>
            <a:r>
              <a:rPr lang="ko-KR" altLang="en-US" dirty="0"/>
              <a:t>캔버스 이미지는 데이터 </a:t>
            </a:r>
            <a:r>
              <a:rPr lang="en-US" altLang="ko-KR" dirty="0"/>
              <a:t>URL </a:t>
            </a:r>
            <a:r>
              <a:rPr lang="ko-KR" altLang="en-US" dirty="0"/>
              <a:t>형식으로 저장 가능</a:t>
            </a:r>
          </a:p>
        </p:txBody>
      </p:sp>
    </p:spTree>
    <p:extLst>
      <p:ext uri="{BB962C8B-B14F-4D97-AF65-F5344CB8AC3E}">
        <p14:creationId xmlns:p14="http://schemas.microsoft.com/office/powerpoint/2010/main" val="4263927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98FA6-9C80-979A-28F2-9692EFB8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 </a:t>
            </a:r>
            <a:r>
              <a:rPr lang="en-US" altLang="ko-KR" dirty="0"/>
              <a:t>: 24/30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0646AD-0B73-9DB6-5230-410422D98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왜냐하면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과제 </a:t>
            </a:r>
            <a:r>
              <a:rPr lang="en-US" altLang="ko-KR" dirty="0"/>
              <a:t>1</a:t>
            </a:r>
            <a:r>
              <a:rPr lang="ko-KR" altLang="en-US" dirty="0"/>
              <a:t>주차 과제 점수 당 </a:t>
            </a:r>
            <a:r>
              <a:rPr lang="en-US" altLang="ko-KR" dirty="0"/>
              <a:t>3</a:t>
            </a:r>
            <a:r>
              <a:rPr lang="ko-KR" altLang="en-US" dirty="0"/>
              <a:t>점으로 잡음</a:t>
            </a: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2</a:t>
            </a:r>
            <a:r>
              <a:rPr lang="ko-KR" altLang="en-US" dirty="0"/>
              <a:t>주 분량의 과제를 </a:t>
            </a:r>
            <a:r>
              <a:rPr lang="ko-KR" altLang="en-US" dirty="0" err="1"/>
              <a:t>미제출함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442EAB-B683-4564-017A-F7A9326D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99" y="3029200"/>
            <a:ext cx="4064000" cy="2286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49F083-3A4C-F61E-6F09-7F9610B78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99" y="5353049"/>
            <a:ext cx="4267200" cy="5286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E855EA-41A2-5DF3-D076-33075E30B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318" y="1845734"/>
            <a:ext cx="6180356" cy="431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68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405A7EB-1023-C65E-5EB0-EB058215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3" y="184640"/>
            <a:ext cx="6134632" cy="56545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29C1024-56CD-DF8D-FD39-71449CE0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640"/>
            <a:ext cx="5774121" cy="583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8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C9FF43-1C1C-7BED-DD80-B70765E2C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03" y="239586"/>
            <a:ext cx="6058425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6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1BB8B-8847-65DD-A6A1-B47F006E2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-apple-system"/>
              </a:rPr>
              <a:t>황기태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, 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-apple-system"/>
              </a:rPr>
              <a:t>『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html5+css3+javascript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-apple-system"/>
              </a:rPr>
              <a:t>웹프로그래밍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-apple-system"/>
              </a:rPr>
              <a:t>개정판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) 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-apple-system"/>
              </a:rPr>
              <a:t>』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, 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-apple-system"/>
              </a:rPr>
              <a:t>생능출판사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(</a:t>
            </a:r>
            <a:r>
              <a:rPr lang="en-US" altLang="ko-KR" dirty="0">
                <a:solidFill>
                  <a:srgbClr val="333333"/>
                </a:solidFill>
                <a:latin typeface="-apple-system"/>
              </a:rPr>
              <a:t>2022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-apple-system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1203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574CB-E473-BE59-78C2-306D1CFB9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감사합니다</a:t>
            </a:r>
            <a:r>
              <a:rPr lang="en-US" altLang="ko-KR" sz="4000" dirty="0"/>
              <a:t>.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7760894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514</Words>
  <Application>Microsoft Office PowerPoint</Application>
  <PresentationFormat>와이드스크린</PresentationFormat>
  <Paragraphs>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추억</vt:lpstr>
      <vt:lpstr>웹프로그래밍 (깃허브 정리)</vt:lpstr>
      <vt:lpstr>HTML 기본문서 만들기</vt:lpstr>
      <vt:lpstr>css 구성 요소</vt:lpstr>
      <vt:lpstr>자바 스크립트</vt:lpstr>
      <vt:lpstr>HTML Dom과 Document</vt:lpstr>
      <vt:lpstr>윈도우와 브러우저 관련 객체</vt:lpstr>
      <vt:lpstr>캔버스 그래픽</vt:lpstr>
      <vt:lpstr>점수 : 24/30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은지 이</dc:creator>
  <cp:lastModifiedBy>은지 이</cp:lastModifiedBy>
  <cp:revision>1</cp:revision>
  <dcterms:created xsi:type="dcterms:W3CDTF">2024-12-09T21:04:24Z</dcterms:created>
  <dcterms:modified xsi:type="dcterms:W3CDTF">2024-12-09T22:39:39Z</dcterms:modified>
</cp:coreProperties>
</file>